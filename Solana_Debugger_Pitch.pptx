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A84"/>
    <a:srgbClr val="FFA913"/>
    <a:srgbClr val="843DDC"/>
    <a:srgbClr val="13C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053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18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09176" y="4078224"/>
            <a:ext cx="822960" cy="54864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232136" y="3986784"/>
            <a:ext cx="914400" cy="64008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32136" y="4626864"/>
            <a:ext cx="274320" cy="91440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6536" y="3986784"/>
            <a:ext cx="365760" cy="91440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226296" y="5175504"/>
            <a:ext cx="1280160" cy="36576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4901184"/>
            <a:ext cx="182880" cy="137160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46536" y="3986784"/>
            <a:ext cx="548640" cy="228600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3950208"/>
            <a:ext cx="256032" cy="256032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0" y="4544568"/>
            <a:ext cx="164592" cy="164592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45952" y="3886200"/>
            <a:ext cx="201168" cy="201168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48288" y="4837176"/>
            <a:ext cx="128016" cy="128016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15016" y="5449824"/>
            <a:ext cx="182880" cy="182880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71432" y="5120640"/>
            <a:ext cx="109728" cy="109728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6190488"/>
            <a:ext cx="164592" cy="164592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345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DEVELOPER TOOLING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Debugger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transaction’s signature → to the exact spot of a bug.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0292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B36E36-BCB5-4F50-8DB1-F8E27AF6969B}"/>
              </a:ext>
            </a:extLst>
          </p:cNvPr>
          <p:cNvGrpSpPr/>
          <p:nvPr/>
        </p:nvGrpSpPr>
        <p:grpSpPr>
          <a:xfrm>
            <a:off x="10263385" y="184942"/>
            <a:ext cx="1967469" cy="412989"/>
            <a:chOff x="9279651" y="597931"/>
            <a:chExt cx="1967469" cy="41298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11FBEF-005E-4F89-BB07-9F0FA6FF5604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56F0FDD-D7B9-4A33-9ABD-5C6FFFCC6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Debagovanje na Solani je crna kutija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822960" cy="822960"/>
          </a:xfrm>
          <a:prstGeom prst="ellipse">
            <a:avLst/>
          </a:prstGeom>
          <a:solidFill>
            <a:srgbClr val="9945FF"/>
          </a:solidFill>
          <a:ln/>
        </p:spPr>
      </p:sp>
      <p:pic>
        <p:nvPicPr>
          <p:cNvPr id="5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64922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74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67128"/>
            <a:ext cx="36576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58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“Transaction failed.”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7706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dobije grešku, ali ne zna gde je tačno nastala.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167128"/>
            <a:ext cx="36576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258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Ručno povezivanje slojeva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27706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→ program → instrukcija → bytecode → izvorni kod.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315968"/>
            <a:ext cx="36576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07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SBF bytecode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8680" y="49194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Izvršavanje je teško pratiti i razumeti bez iskustva.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40233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315968"/>
            <a:ext cx="36576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4407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Barijera za početnike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491947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Sporiji razvoj, više grešaka, duže učenje.</a:t>
            </a:r>
            <a:endParaRPr lang="en-US" sz="12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22B644-DFD4-4786-8308-08871A1E2821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F989D94-C4E6-449D-BF29-0651AC8DF8C5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4E06C87-93CC-4836-8A87-6D3DA897E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Debugger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822960" cy="822960"/>
          </a:xfrm>
          <a:prstGeom prst="ellipse">
            <a:avLst/>
          </a:prstGeom>
          <a:solidFill>
            <a:srgbClr val="14F195"/>
          </a:solidFill>
          <a:ln/>
        </p:spPr>
      </p:sp>
      <p:pic>
        <p:nvPicPr>
          <p:cNvPr id="5" name="Image 0" descr="/home/claude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649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91690"/>
            <a:ext cx="11177195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Kompleksna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Solana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razumljiv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debugging process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info 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3817620"/>
            <a:ext cx="4023360" cy="1691640"/>
          </a:xfrm>
          <a:prstGeom prst="roundRect">
            <a:avLst>
              <a:gd name="adj" fmla="val 4865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0462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3662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failed.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luck.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4663440"/>
            <a:ext cx="685800" cy="914"/>
          </a:xfrm>
          <a:prstGeom prst="line">
            <a:avLst/>
          </a:prstGeom>
          <a:noFill/>
          <a:ln w="31750">
            <a:solidFill>
              <a:srgbClr val="9945F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577840" y="3817620"/>
            <a:ext cx="5696712" cy="1691640"/>
          </a:xfrm>
          <a:prstGeom prst="roundRect">
            <a:avLst>
              <a:gd name="adj" fmla="val 4865"/>
            </a:avLst>
          </a:prstGeom>
          <a:solidFill>
            <a:srgbClr val="0D0D14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40462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43845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Instruction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897880" y="47137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Program → SBF → </a:t>
            </a:r>
            <a:r>
              <a:rPr lang="en-US" sz="135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line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897880" y="50429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Tačan uzrok greške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58293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automatski: replay transakcije → execution logovi → SBF disasembler → mapiranje na source kod.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3AC2E1-9871-477F-9653-CD61CA7EBF17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9DD1B4-D85F-4165-B9CB-AB811034EED9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2C02A34-6B78-489F-BA53-75D97C994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RADI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transakcije do linije koda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822960" cy="822960"/>
          </a:xfrm>
          <a:prstGeom prst="ellipse">
            <a:avLst/>
          </a:prstGeom>
          <a:solidFill>
            <a:srgbClr val="9945FF"/>
          </a:solidFill>
          <a:ln/>
        </p:spPr>
      </p:sp>
      <p:pic>
        <p:nvPicPr>
          <p:cNvPr id="5" name="Image 0" descr="/home/claude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64922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87552" y="2331720"/>
            <a:ext cx="1487363" cy="914"/>
          </a:xfrm>
          <a:prstGeom prst="line">
            <a:avLst/>
          </a:prstGeom>
          <a:noFill/>
          <a:ln w="25400">
            <a:solidFill>
              <a:srgbClr val="9945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169859" y="2331720"/>
            <a:ext cx="1487363" cy="914"/>
          </a:xfrm>
          <a:prstGeom prst="line">
            <a:avLst/>
          </a:prstGeom>
          <a:noFill/>
          <a:ln w="25400">
            <a:solidFill>
              <a:srgbClr val="9945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352166" y="2331720"/>
            <a:ext cx="1487363" cy="914"/>
          </a:xfrm>
          <a:prstGeom prst="line">
            <a:avLst/>
          </a:prstGeom>
          <a:noFill/>
          <a:ln w="25400">
            <a:solidFill>
              <a:srgbClr val="9945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534473" y="2331720"/>
            <a:ext cx="1487363" cy="914"/>
          </a:xfrm>
          <a:prstGeom prst="line">
            <a:avLst/>
          </a:prstGeom>
          <a:noFill/>
          <a:ln w="25400">
            <a:solidFill>
              <a:srgbClr val="9945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716780" y="2331720"/>
            <a:ext cx="1487363" cy="914"/>
          </a:xfrm>
          <a:prstGeom prst="line">
            <a:avLst/>
          </a:prstGeom>
          <a:noFill/>
          <a:ln w="25400">
            <a:solidFill>
              <a:srgbClr val="9945F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92608" y="1984248"/>
            <a:ext cx="694944" cy="69494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-45720" y="2816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474915" y="1984248"/>
            <a:ext cx="694944" cy="69494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5" name="Text 12"/>
          <p:cNvSpPr/>
          <p:nvPr/>
        </p:nvSpPr>
        <p:spPr>
          <a:xfrm>
            <a:off x="2474915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136587" y="2816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57222" y="1984248"/>
            <a:ext cx="694944" cy="69494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8" name="Text 15"/>
          <p:cNvSpPr/>
          <p:nvPr/>
        </p:nvSpPr>
        <p:spPr>
          <a:xfrm>
            <a:off x="4657222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18894" y="2816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Instrukcije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839529" y="1984248"/>
            <a:ext cx="694944" cy="69494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1" name="Text 18"/>
          <p:cNvSpPr/>
          <p:nvPr/>
        </p:nvSpPr>
        <p:spPr>
          <a:xfrm>
            <a:off x="6839529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01201" y="2816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poziv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021836" y="1984248"/>
            <a:ext cx="694944" cy="694944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4" name="Text 21"/>
          <p:cNvSpPr/>
          <p:nvPr/>
        </p:nvSpPr>
        <p:spPr>
          <a:xfrm>
            <a:off x="9021836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83508" y="2816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SBF bytecode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1204143" y="1984248"/>
            <a:ext cx="694944" cy="694944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7" name="Text 24"/>
          <p:cNvSpPr/>
          <p:nvPr/>
        </p:nvSpPr>
        <p:spPr>
          <a:xfrm>
            <a:off x="11204143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865815" y="2816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Izvorni kod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3931920"/>
            <a:ext cx="11094415" cy="1965960"/>
          </a:xfrm>
          <a:prstGeom prst="roundRect">
            <a:avLst>
              <a:gd name="adj" fmla="val 4186"/>
            </a:avLst>
          </a:prstGeom>
          <a:solidFill>
            <a:srgbClr val="0D0D14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MAPIRANJA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1440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PC: 0x1A42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1440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14400" y="5065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transfer.rs : 87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1440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1440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transfer_tokens()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217920" y="420624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odmah vidi gde tačno da traži problem - bez ručnog pretraživanja logova i bytecode-a.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D4B3CC-F505-4750-8835-4BE00F842704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7F7F72-A35D-427F-B759-E43A16F1C591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AC3F67E-B6A0-4F11-94C8-9E9F173B9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CILJNA GRUPA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koga gradimo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822960" cy="822960"/>
          </a:xfrm>
          <a:prstGeom prst="ellipse">
            <a:avLst/>
          </a:prstGeom>
          <a:solidFill>
            <a:srgbClr val="9945FF"/>
          </a:solidFill>
          <a:ln/>
        </p:spPr>
      </p:sp>
      <p:pic>
        <p:nvPicPr>
          <p:cNvPr id="5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64922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194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PRIMARNA GRUPA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852928"/>
            <a:ext cx="91440" cy="9144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700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developeri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120" y="3538728"/>
            <a:ext cx="91440" cy="9144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3558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učesnici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0120" y="4224528"/>
            <a:ext cx="91440" cy="9144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041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/ Anchor developeri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0120" y="4910328"/>
            <a:ext cx="91440" cy="9144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7274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startup timovi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182880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D0D14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2194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SEKUNDARNA GRUPA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2852928"/>
            <a:ext cx="91440" cy="9144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9" name="Text 16"/>
          <p:cNvSpPr/>
          <p:nvPr/>
        </p:nvSpPr>
        <p:spPr>
          <a:xfrm>
            <a:off x="6949440" y="26700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researchers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75120" y="3538728"/>
            <a:ext cx="91440" cy="9144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33558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675120" y="4224528"/>
            <a:ext cx="91440" cy="9144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3" name="Text 20"/>
          <p:cNvSpPr/>
          <p:nvPr/>
        </p:nvSpPr>
        <p:spPr>
          <a:xfrm>
            <a:off x="6949440" y="4041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timovi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75120" y="4910328"/>
            <a:ext cx="91440" cy="9144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47274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/ edukacija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84362F-9B63-4461-ADF2-E86A7EB39E00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C9AAA7-A281-4299-8163-67B245FED84C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27034DE-BD90-4097-8A1D-F465E3B18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proizvoda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822960" cy="822960"/>
          </a:xfrm>
          <a:prstGeom prst="ellipse">
            <a:avLst/>
          </a:prstGeom>
          <a:solidFill>
            <a:srgbClr val="9945FF"/>
          </a:solidFill>
          <a:ln/>
        </p:spPr>
      </p:sp>
      <p:pic>
        <p:nvPicPr>
          <p:cNvPr id="5" name="Image 0" descr="/home/claude/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64922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02636" y="2148840"/>
            <a:ext cx="2944368" cy="914"/>
          </a:xfrm>
          <a:prstGeom prst="line">
            <a:avLst/>
          </a:prstGeom>
          <a:noFill/>
          <a:ln w="25400">
            <a:solidFill>
              <a:srgbClr val="9945FF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089404" y="1837944"/>
            <a:ext cx="621792" cy="621792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8" name="Text 5"/>
          <p:cNvSpPr/>
          <p:nvPr/>
        </p:nvSpPr>
        <p:spPr>
          <a:xfrm>
            <a:off x="2089404" y="18379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6426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MVP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054096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419856"/>
            <a:ext cx="82296" cy="8229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236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replay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4014216"/>
            <a:ext cx="82296" cy="8229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60120" y="4608576"/>
            <a:ext cx="82296" cy="8229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4256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→ source mapping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51676" y="2148840"/>
            <a:ext cx="2944368" cy="914"/>
          </a:xfrm>
          <a:prstGeom prst="line">
            <a:avLst/>
          </a:prstGeom>
          <a:noFill/>
          <a:ln w="25400">
            <a:solidFill>
              <a:srgbClr val="9945FF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838444" y="1837944"/>
            <a:ext cx="621792" cy="621792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9" name="Text 16"/>
          <p:cNvSpPr/>
          <p:nvPr/>
        </p:nvSpPr>
        <p:spPr>
          <a:xfrm>
            <a:off x="5838444" y="18379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434840" y="26426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VIZUELIZACIJA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34840" y="3054096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3419856"/>
            <a:ext cx="82296" cy="8229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3236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709160" y="4014216"/>
            <a:ext cx="82296" cy="8229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Vizuelni execution trace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709160" y="4608576"/>
            <a:ext cx="82296" cy="82296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44256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vizuelizacija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587484" y="1837944"/>
            <a:ext cx="621792" cy="621792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29" name="Text 26"/>
          <p:cNvSpPr/>
          <p:nvPr/>
        </p:nvSpPr>
        <p:spPr>
          <a:xfrm>
            <a:off x="9587484" y="18379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183880" y="26426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AI ASISTENT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83880" y="3054096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6F4FC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58200" y="3419856"/>
            <a:ext cx="82296" cy="82296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0" y="3236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debugging assistant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458200" y="4014216"/>
            <a:ext cx="82296" cy="82296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35" name="Text 32"/>
          <p:cNvSpPr/>
          <p:nvPr/>
        </p:nvSpPr>
        <p:spPr>
          <a:xfrm>
            <a:off x="8686800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detekcija bagova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8458200" y="4608576"/>
            <a:ext cx="82296" cy="82296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37" name="Text 34"/>
          <p:cNvSpPr/>
          <p:nvPr/>
        </p:nvSpPr>
        <p:spPr>
          <a:xfrm>
            <a:off x="8686800" y="44256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Predloženi fix-evi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A71E4D-843B-4DB1-84A5-EB63B0E83D21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D2402CE-F9D2-4D06-BE5C-BD8A81E016AB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57E618C-FF27-4BEE-870D-070BEC94C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486400"/>
            <a:ext cx="822960" cy="45720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0"/>
            <a:ext cx="365760" cy="64008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14400" y="5394960"/>
            <a:ext cx="1280160" cy="9144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14400" y="4937760"/>
            <a:ext cx="274320" cy="54864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5376672"/>
            <a:ext cx="219456" cy="219456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5870448"/>
            <a:ext cx="146304" cy="146304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035040"/>
            <a:ext cx="182880" cy="182880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30552" y="5330952"/>
            <a:ext cx="128016" cy="128016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" y="4855464"/>
            <a:ext cx="164592" cy="164592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46ACC-9F62-43E8-AC46-40E9B1435A27}"/>
              </a:ext>
            </a:extLst>
          </p:cNvPr>
          <p:cNvSpPr txBox="1"/>
          <p:nvPr/>
        </p:nvSpPr>
        <p:spPr>
          <a:xfrm>
            <a:off x="293370" y="492293"/>
            <a:ext cx="2331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sr-Latn-RS" sz="44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 tim</a:t>
            </a:r>
            <a:endParaRPr lang="en-GB" sz="44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F9095E63-B0DC-4E83-8BAB-8EB4FDA5B7CF}"/>
              </a:ext>
            </a:extLst>
          </p:cNvPr>
          <p:cNvSpPr/>
          <p:nvPr/>
        </p:nvSpPr>
        <p:spPr>
          <a:xfrm>
            <a:off x="3048000" y="1979676"/>
            <a:ext cx="275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3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Vedran</a:t>
            </a:r>
            <a:r>
              <a:rPr lang="en-GB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3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Baji</a:t>
            </a:r>
            <a:r>
              <a:rPr lang="sr-Latn-R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</a:p>
          <a:p>
            <a:pPr marL="0" indent="0" algn="ctr">
              <a:buNone/>
            </a:pPr>
            <a:r>
              <a:rPr lang="sr-Latn-R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FTN</a:t>
            </a: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5C99D68C-115E-4BAA-B2DB-5B827FE1FAAC}"/>
              </a:ext>
            </a:extLst>
          </p:cNvPr>
          <p:cNvSpPr/>
          <p:nvPr/>
        </p:nvSpPr>
        <p:spPr>
          <a:xfrm>
            <a:off x="6096000" y="1979676"/>
            <a:ext cx="275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r>
              <a:rPr lang="sr-Latn-R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Tomović</a:t>
            </a:r>
          </a:p>
          <a:p>
            <a:pPr marL="0" indent="0" algn="ctr">
              <a:buNone/>
            </a:pPr>
            <a:r>
              <a:rPr lang="sr-Latn-R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</a:t>
            </a: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2B08F42-8DD0-4B4F-9963-7B8272C3E23A}"/>
              </a:ext>
            </a:extLst>
          </p:cNvPr>
          <p:cNvSpPr/>
          <p:nvPr/>
        </p:nvSpPr>
        <p:spPr>
          <a:xfrm>
            <a:off x="9132570" y="1970532"/>
            <a:ext cx="275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Alarabi</a:t>
            </a:r>
          </a:p>
          <a:p>
            <a:pPr marL="0" indent="0" algn="ctr">
              <a:buNone/>
            </a:pPr>
            <a:r>
              <a:rPr lang="sr-Latn-R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5A26EE-7057-4EF9-B5E2-CAB370C93CD0}"/>
              </a:ext>
            </a:extLst>
          </p:cNvPr>
          <p:cNvGrpSpPr/>
          <p:nvPr/>
        </p:nvGrpSpPr>
        <p:grpSpPr>
          <a:xfrm>
            <a:off x="80010" y="1979676"/>
            <a:ext cx="2758440" cy="1975104"/>
            <a:chOff x="80010" y="1979676"/>
            <a:chExt cx="2758440" cy="1975104"/>
          </a:xfrm>
        </p:grpSpPr>
        <p:sp>
          <p:nvSpPr>
            <p:cNvPr id="12" name="Text 10"/>
            <p:cNvSpPr/>
            <p:nvPr/>
          </p:nvSpPr>
          <p:spPr>
            <a:xfrm>
              <a:off x="80010" y="1979676"/>
              <a:ext cx="2758440" cy="19751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</a:t>
              </a:r>
              <a:r>
                <a:rPr lang="sr-Latn-RS" sz="32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vana Perić</a:t>
              </a:r>
            </a:p>
            <a:p>
              <a:pPr marL="0" indent="0" algn="ctr">
                <a:buNone/>
              </a:pPr>
              <a:r>
                <a:rPr lang="sr-Latn-RS" sz="32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RAF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7770671-B26F-47EE-9320-C36AA458AAC2}"/>
                </a:ext>
              </a:extLst>
            </p:cNvPr>
            <p:cNvCxnSpPr>
              <a:cxnSpLocks/>
            </p:cNvCxnSpPr>
            <p:nvPr/>
          </p:nvCxnSpPr>
          <p:spPr>
            <a:xfrm>
              <a:off x="440436" y="3800094"/>
              <a:ext cx="2228088" cy="0"/>
            </a:xfrm>
            <a:prstGeom prst="line">
              <a:avLst/>
            </a:prstGeom>
            <a:ln w="76200">
              <a:solidFill>
                <a:srgbClr val="13CE81"/>
              </a:solidFill>
            </a:ln>
            <a:effectLst>
              <a:softEdge rad="1270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609D66-89C0-4A87-8F9E-41C566A5CC1F}"/>
              </a:ext>
            </a:extLst>
          </p:cNvPr>
          <p:cNvCxnSpPr>
            <a:cxnSpLocks/>
          </p:cNvCxnSpPr>
          <p:nvPr/>
        </p:nvCxnSpPr>
        <p:spPr>
          <a:xfrm>
            <a:off x="3313176" y="3797808"/>
            <a:ext cx="2228088" cy="0"/>
          </a:xfrm>
          <a:prstGeom prst="line">
            <a:avLst/>
          </a:prstGeom>
          <a:ln w="76200">
            <a:solidFill>
              <a:srgbClr val="13CE81"/>
            </a:soli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E57D458-8883-4C0B-A2DE-9C5354B5D80B}"/>
              </a:ext>
            </a:extLst>
          </p:cNvPr>
          <p:cNvCxnSpPr>
            <a:cxnSpLocks/>
          </p:cNvCxnSpPr>
          <p:nvPr/>
        </p:nvCxnSpPr>
        <p:spPr>
          <a:xfrm>
            <a:off x="6444996" y="3797808"/>
            <a:ext cx="2228088" cy="0"/>
          </a:xfrm>
          <a:prstGeom prst="line">
            <a:avLst/>
          </a:prstGeom>
          <a:ln w="76200">
            <a:solidFill>
              <a:srgbClr val="13CE81"/>
            </a:soli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22A320-D4FF-48C5-943D-72EAADA9B4CA}"/>
              </a:ext>
            </a:extLst>
          </p:cNvPr>
          <p:cNvCxnSpPr>
            <a:cxnSpLocks/>
          </p:cNvCxnSpPr>
          <p:nvPr/>
        </p:nvCxnSpPr>
        <p:spPr>
          <a:xfrm>
            <a:off x="9477756" y="3797808"/>
            <a:ext cx="2228088" cy="0"/>
          </a:xfrm>
          <a:prstGeom prst="line">
            <a:avLst/>
          </a:prstGeom>
          <a:ln w="76200">
            <a:solidFill>
              <a:srgbClr val="13CE81"/>
            </a:soli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D431123-C9A0-4252-A61D-7F76EC34ABE6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D4C817-2CD1-4566-9410-D4FD8A0C7E09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A000860-6BC5-4E4E-8140-2D926D726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486400"/>
            <a:ext cx="822960" cy="45720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0"/>
            <a:ext cx="365760" cy="64008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14400" y="5394960"/>
            <a:ext cx="1280160" cy="9144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14400" y="4937760"/>
            <a:ext cx="274320" cy="548640"/>
          </a:xfrm>
          <a:prstGeom prst="line">
            <a:avLst/>
          </a:prstGeom>
          <a:noFill/>
          <a:ln w="12700">
            <a:solidFill>
              <a:srgbClr val="9945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5376672"/>
            <a:ext cx="219456" cy="219456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5870448"/>
            <a:ext cx="146304" cy="146304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6035040"/>
            <a:ext cx="182880" cy="182880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30552" y="5330952"/>
            <a:ext cx="128016" cy="128016"/>
          </a:xfrm>
          <a:prstGeom prst="ellipse">
            <a:avLst/>
          </a:prstGeom>
          <a:solidFill>
            <a:srgbClr val="14F195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" y="4855464"/>
            <a:ext cx="164592" cy="164592"/>
          </a:xfrm>
          <a:prstGeom prst="ellipse">
            <a:avLst/>
          </a:prstGeom>
          <a:solidFill>
            <a:srgbClr val="9945F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debugging transactions.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debugging code.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029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E08150-5C53-44B1-8E07-55B0675F8390}"/>
              </a:ext>
            </a:extLst>
          </p:cNvPr>
          <p:cNvSpPr txBox="1"/>
          <p:nvPr/>
        </p:nvSpPr>
        <p:spPr>
          <a:xfrm>
            <a:off x="457200" y="4260580"/>
            <a:ext cx="611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transaction’s signature → to the exact spot of a bug.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13B358-6355-4936-B52E-9A32D89BD8EC}"/>
              </a:ext>
            </a:extLst>
          </p:cNvPr>
          <p:cNvGrpSpPr/>
          <p:nvPr/>
        </p:nvGrpSpPr>
        <p:grpSpPr>
          <a:xfrm>
            <a:off x="10312400" y="6236208"/>
            <a:ext cx="1879600" cy="391161"/>
            <a:chOff x="9279651" y="597931"/>
            <a:chExt cx="1967469" cy="41298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819206-3F6E-4037-99D4-EA30829EC798}"/>
                </a:ext>
              </a:extLst>
            </p:cNvPr>
            <p:cNvSpPr txBox="1"/>
            <p:nvPr/>
          </p:nvSpPr>
          <p:spPr>
            <a:xfrm>
              <a:off x="9601200" y="619760"/>
              <a:ext cx="1645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rgbClr val="FFEA84"/>
                  </a:solidFill>
                  <a:latin typeface="Arial Rounded MT Bold" panose="020F0704030504030204" pitchFamily="34" charset="0"/>
                  <a:ea typeface="Calibri" pitchFamily="34" charset="-122"/>
                  <a:cs typeface="Calibri" pitchFamily="34" charset="-120"/>
                </a:rPr>
                <a:t>SOLVBANA</a:t>
              </a:r>
              <a:endParaRPr lang="en-GB" dirty="0">
                <a:solidFill>
                  <a:srgbClr val="FFEA84"/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FCE8163-B253-46FA-BBC4-0BF3573A4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9651" y="597931"/>
              <a:ext cx="412989" cy="412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882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313</Words>
  <Application>Microsoft Office PowerPoint</Application>
  <PresentationFormat>Widescreen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Rounded MT Bold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Jovana Peric</cp:lastModifiedBy>
  <cp:revision>39</cp:revision>
  <dcterms:created xsi:type="dcterms:W3CDTF">2026-08-08T08:21:23Z</dcterms:created>
  <dcterms:modified xsi:type="dcterms:W3CDTF">2026-08-08T20:56:17Z</dcterms:modified>
</cp:coreProperties>
</file>